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21945600" cy="27432000"/>
  <p:notesSz cx="8086725" cy="14581188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32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32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32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32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640" userDrawn="1">
          <p15:clr>
            <a:srgbClr val="A4A3A4"/>
          </p15:clr>
        </p15:guide>
        <p15:guide id="2" pos="69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FFD7AF"/>
    <a:srgbClr val="0033CC"/>
    <a:srgbClr val="FFFFFF"/>
    <a:srgbClr val="FFCC99"/>
    <a:srgbClr val="FFF1B7"/>
    <a:srgbClr val="FFE9A3"/>
    <a:srgbClr val="000099"/>
    <a:srgbClr val="002368"/>
    <a:srgbClr val="0019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239" autoAdjust="0"/>
    <p:restoredTop sz="95196" autoAdjust="0"/>
  </p:normalViewPr>
  <p:slideViewPr>
    <p:cSldViewPr>
      <p:cViewPr varScale="1">
        <p:scale>
          <a:sx n="25" d="100"/>
          <a:sy n="25" d="100"/>
        </p:scale>
        <p:origin x="2227" y="-706"/>
      </p:cViewPr>
      <p:guideLst>
        <p:guide orient="horz" pos="8640"/>
        <p:guide pos="691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46062" y="8522231"/>
            <a:ext cx="18653478" cy="587904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92122" y="15544272"/>
            <a:ext cx="15361356" cy="7011459"/>
          </a:xfrm>
        </p:spPr>
        <p:txBody>
          <a:bodyPr/>
          <a:lstStyle>
            <a:lvl1pPr marL="0" indent="0" algn="ctr">
              <a:buNone/>
              <a:defRPr/>
            </a:lvl1pPr>
            <a:lvl2pPr marL="380985" indent="0" algn="ctr">
              <a:buNone/>
              <a:defRPr/>
            </a:lvl2pPr>
            <a:lvl3pPr marL="761970" indent="0" algn="ctr">
              <a:buNone/>
              <a:defRPr/>
            </a:lvl3pPr>
            <a:lvl4pPr marL="1142954" indent="0" algn="ctr">
              <a:buNone/>
              <a:defRPr/>
            </a:lvl4pPr>
            <a:lvl5pPr marL="1523939" indent="0" algn="ctr">
              <a:buNone/>
              <a:defRPr/>
            </a:lvl5pPr>
            <a:lvl6pPr marL="1904924" indent="0" algn="ctr">
              <a:buNone/>
              <a:defRPr/>
            </a:lvl6pPr>
            <a:lvl7pPr marL="2285909" indent="0" algn="ctr">
              <a:buNone/>
              <a:defRPr/>
            </a:lvl7pPr>
            <a:lvl8pPr marL="2666893" indent="0" algn="ctr">
              <a:buNone/>
              <a:defRPr/>
            </a:lvl8pPr>
            <a:lvl9pPr marL="3047878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4F61FB-C699-4369-BCD0-576971F41B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141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470B5B-D87D-44CA-B889-C37574F353F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339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3550" y="17627867"/>
            <a:ext cx="18653478" cy="5447772"/>
          </a:xfrm>
        </p:spPr>
        <p:txBody>
          <a:bodyPr anchor="t"/>
          <a:lstStyle>
            <a:lvl1pPr algn="l">
              <a:defRPr sz="3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3550" y="11627115"/>
            <a:ext cx="18653478" cy="6000750"/>
          </a:xfrm>
        </p:spPr>
        <p:txBody>
          <a:bodyPr anchor="b"/>
          <a:lstStyle>
            <a:lvl1pPr marL="0" indent="0">
              <a:buNone/>
              <a:defRPr sz="1667"/>
            </a:lvl1pPr>
            <a:lvl2pPr marL="380985" indent="0">
              <a:buNone/>
              <a:defRPr sz="1500"/>
            </a:lvl2pPr>
            <a:lvl3pPr marL="761970" indent="0">
              <a:buNone/>
              <a:defRPr sz="1333"/>
            </a:lvl3pPr>
            <a:lvl4pPr marL="1142954" indent="0">
              <a:buNone/>
              <a:defRPr sz="1167"/>
            </a:lvl4pPr>
            <a:lvl5pPr marL="1523939" indent="0">
              <a:buNone/>
              <a:defRPr sz="1167"/>
            </a:lvl5pPr>
            <a:lvl6pPr marL="1904924" indent="0">
              <a:buNone/>
              <a:defRPr sz="1167"/>
            </a:lvl6pPr>
            <a:lvl7pPr marL="2285909" indent="0">
              <a:buNone/>
              <a:defRPr sz="1167"/>
            </a:lvl7pPr>
            <a:lvl8pPr marL="2666893" indent="0">
              <a:buNone/>
              <a:defRPr sz="1167"/>
            </a:lvl8pPr>
            <a:lvl9pPr marL="3047878" indent="0">
              <a:buNone/>
              <a:defRPr sz="11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9F99E8-17F9-4E94-ABDF-AF80E5AA5E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901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845" y="6400272"/>
            <a:ext cx="9841089" cy="18104115"/>
          </a:xfrm>
        </p:spPr>
        <p:txBody>
          <a:bodyPr/>
          <a:lstStyle>
            <a:lvl1pPr>
              <a:defRPr sz="2333"/>
            </a:lvl1pPr>
            <a:lvl2pPr>
              <a:defRPr sz="2000"/>
            </a:lvl2pPr>
            <a:lvl3pPr>
              <a:defRPr sz="1667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06669" y="6400272"/>
            <a:ext cx="9841795" cy="18104115"/>
          </a:xfrm>
        </p:spPr>
        <p:txBody>
          <a:bodyPr/>
          <a:lstStyle>
            <a:lvl1pPr>
              <a:defRPr sz="2333"/>
            </a:lvl1pPr>
            <a:lvl2pPr>
              <a:defRPr sz="2000"/>
            </a:lvl2pPr>
            <a:lvl3pPr>
              <a:defRPr sz="1667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969A86-2BD0-441D-AA0A-211A547D386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686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140" y="1098021"/>
            <a:ext cx="19751322" cy="4572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139" y="6140981"/>
            <a:ext cx="9696450" cy="25585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80985" indent="0">
              <a:buNone/>
              <a:defRPr sz="1667" b="1"/>
            </a:lvl2pPr>
            <a:lvl3pPr marL="761970" indent="0">
              <a:buNone/>
              <a:defRPr sz="1500" b="1"/>
            </a:lvl3pPr>
            <a:lvl4pPr marL="1142954" indent="0">
              <a:buNone/>
              <a:defRPr sz="1333" b="1"/>
            </a:lvl4pPr>
            <a:lvl5pPr marL="1523939" indent="0">
              <a:buNone/>
              <a:defRPr sz="1333" b="1"/>
            </a:lvl5pPr>
            <a:lvl6pPr marL="1904924" indent="0">
              <a:buNone/>
              <a:defRPr sz="1333" b="1"/>
            </a:lvl6pPr>
            <a:lvl7pPr marL="2285909" indent="0">
              <a:buNone/>
              <a:defRPr sz="1333" b="1"/>
            </a:lvl7pPr>
            <a:lvl8pPr marL="2666893" indent="0">
              <a:buNone/>
              <a:defRPr sz="1333" b="1"/>
            </a:lvl8pPr>
            <a:lvl9pPr marL="3047878" indent="0">
              <a:buNone/>
              <a:defRPr sz="13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139" y="8699501"/>
            <a:ext cx="9696450" cy="15804887"/>
          </a:xfrm>
        </p:spPr>
        <p:txBody>
          <a:bodyPr/>
          <a:lstStyle>
            <a:lvl1pPr>
              <a:defRPr sz="2000"/>
            </a:lvl1pPr>
            <a:lvl2pPr>
              <a:defRPr sz="1667"/>
            </a:lvl2pPr>
            <a:lvl3pPr>
              <a:defRPr sz="15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147778" y="6140981"/>
            <a:ext cx="9700684" cy="25585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80985" indent="0">
              <a:buNone/>
              <a:defRPr sz="1667" b="1"/>
            </a:lvl2pPr>
            <a:lvl3pPr marL="761970" indent="0">
              <a:buNone/>
              <a:defRPr sz="1500" b="1"/>
            </a:lvl3pPr>
            <a:lvl4pPr marL="1142954" indent="0">
              <a:buNone/>
              <a:defRPr sz="1333" b="1"/>
            </a:lvl4pPr>
            <a:lvl5pPr marL="1523939" indent="0">
              <a:buNone/>
              <a:defRPr sz="1333" b="1"/>
            </a:lvl5pPr>
            <a:lvl6pPr marL="1904924" indent="0">
              <a:buNone/>
              <a:defRPr sz="1333" b="1"/>
            </a:lvl6pPr>
            <a:lvl7pPr marL="2285909" indent="0">
              <a:buNone/>
              <a:defRPr sz="1333" b="1"/>
            </a:lvl7pPr>
            <a:lvl8pPr marL="2666893" indent="0">
              <a:buNone/>
              <a:defRPr sz="1333" b="1"/>
            </a:lvl8pPr>
            <a:lvl9pPr marL="3047878" indent="0">
              <a:buNone/>
              <a:defRPr sz="13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147778" y="8699501"/>
            <a:ext cx="9700684" cy="15804887"/>
          </a:xfrm>
        </p:spPr>
        <p:txBody>
          <a:bodyPr/>
          <a:lstStyle>
            <a:lvl1pPr>
              <a:defRPr sz="2000"/>
            </a:lvl1pPr>
            <a:lvl2pPr>
              <a:defRPr sz="1667"/>
            </a:lvl2pPr>
            <a:lvl3pPr>
              <a:defRPr sz="15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F01DF0-6899-4DBB-A121-56DE4563460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387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0C8D2A-9069-41F0-9363-6CB81D298E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485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A73E9A-6A58-4866-B49A-AF6087C23D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012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140" y="1092729"/>
            <a:ext cx="7219950" cy="4647407"/>
          </a:xfrm>
        </p:spPr>
        <p:txBody>
          <a:bodyPr anchor="b"/>
          <a:lstStyle>
            <a:lvl1pPr algn="l">
              <a:defRPr sz="1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80261" y="1092731"/>
            <a:ext cx="12268200" cy="23411657"/>
          </a:xfrm>
        </p:spPr>
        <p:txBody>
          <a:bodyPr/>
          <a:lstStyle>
            <a:lvl1pPr>
              <a:defRPr sz="2667"/>
            </a:lvl1pPr>
            <a:lvl2pPr>
              <a:defRPr sz="2333"/>
            </a:lvl2pPr>
            <a:lvl3pPr>
              <a:defRPr sz="2000"/>
            </a:lvl3pPr>
            <a:lvl4pPr>
              <a:defRPr sz="1667"/>
            </a:lvl4pPr>
            <a:lvl5pPr>
              <a:defRPr sz="1667"/>
            </a:lvl5pPr>
            <a:lvl6pPr>
              <a:defRPr sz="1667"/>
            </a:lvl6pPr>
            <a:lvl7pPr>
              <a:defRPr sz="1667"/>
            </a:lvl7pPr>
            <a:lvl8pPr>
              <a:defRPr sz="1667"/>
            </a:lvl8pPr>
            <a:lvl9pPr>
              <a:defRPr sz="1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140" y="5740136"/>
            <a:ext cx="7219950" cy="18764250"/>
          </a:xfrm>
        </p:spPr>
        <p:txBody>
          <a:bodyPr/>
          <a:lstStyle>
            <a:lvl1pPr marL="0" indent="0">
              <a:buNone/>
              <a:defRPr sz="1167"/>
            </a:lvl1pPr>
            <a:lvl2pPr marL="380985" indent="0">
              <a:buNone/>
              <a:defRPr sz="1000"/>
            </a:lvl2pPr>
            <a:lvl3pPr marL="761970" indent="0">
              <a:buNone/>
              <a:defRPr sz="833"/>
            </a:lvl3pPr>
            <a:lvl4pPr marL="1142954" indent="0">
              <a:buNone/>
              <a:defRPr sz="750"/>
            </a:lvl4pPr>
            <a:lvl5pPr marL="1523939" indent="0">
              <a:buNone/>
              <a:defRPr sz="750"/>
            </a:lvl5pPr>
            <a:lvl6pPr marL="1904924" indent="0">
              <a:buNone/>
              <a:defRPr sz="750"/>
            </a:lvl6pPr>
            <a:lvl7pPr marL="2285909" indent="0">
              <a:buNone/>
              <a:defRPr sz="750"/>
            </a:lvl7pPr>
            <a:lvl8pPr marL="2666893" indent="0">
              <a:buNone/>
              <a:defRPr sz="750"/>
            </a:lvl8pPr>
            <a:lvl9pPr marL="3047878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B5ECC7-5BE7-4664-8373-42FF09653DE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921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1774" y="19202139"/>
            <a:ext cx="13167078" cy="2267479"/>
          </a:xfrm>
        </p:spPr>
        <p:txBody>
          <a:bodyPr anchor="b"/>
          <a:lstStyle>
            <a:lvl1pPr algn="l">
              <a:defRPr sz="1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301774" y="2451366"/>
            <a:ext cx="13167078" cy="16458407"/>
          </a:xfrm>
        </p:spPr>
        <p:txBody>
          <a:bodyPr/>
          <a:lstStyle>
            <a:lvl1pPr marL="0" indent="0">
              <a:buNone/>
              <a:defRPr sz="2667"/>
            </a:lvl1pPr>
            <a:lvl2pPr marL="380985" indent="0">
              <a:buNone/>
              <a:defRPr sz="2333"/>
            </a:lvl2pPr>
            <a:lvl3pPr marL="761970" indent="0">
              <a:buNone/>
              <a:defRPr sz="2000"/>
            </a:lvl3pPr>
            <a:lvl4pPr marL="1142954" indent="0">
              <a:buNone/>
              <a:defRPr sz="1667"/>
            </a:lvl4pPr>
            <a:lvl5pPr marL="1523939" indent="0">
              <a:buNone/>
              <a:defRPr sz="1667"/>
            </a:lvl5pPr>
            <a:lvl6pPr marL="1904924" indent="0">
              <a:buNone/>
              <a:defRPr sz="1667"/>
            </a:lvl6pPr>
            <a:lvl7pPr marL="2285909" indent="0">
              <a:buNone/>
              <a:defRPr sz="1667"/>
            </a:lvl7pPr>
            <a:lvl8pPr marL="2666893" indent="0">
              <a:buNone/>
              <a:defRPr sz="1667"/>
            </a:lvl8pPr>
            <a:lvl9pPr marL="3047878" indent="0">
              <a:buNone/>
              <a:defRPr sz="1667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01774" y="21469617"/>
            <a:ext cx="13167078" cy="3218657"/>
          </a:xfrm>
        </p:spPr>
        <p:txBody>
          <a:bodyPr/>
          <a:lstStyle>
            <a:lvl1pPr marL="0" indent="0">
              <a:buNone/>
              <a:defRPr sz="1167"/>
            </a:lvl1pPr>
            <a:lvl2pPr marL="380985" indent="0">
              <a:buNone/>
              <a:defRPr sz="1000"/>
            </a:lvl2pPr>
            <a:lvl3pPr marL="761970" indent="0">
              <a:buNone/>
              <a:defRPr sz="833"/>
            </a:lvl3pPr>
            <a:lvl4pPr marL="1142954" indent="0">
              <a:buNone/>
              <a:defRPr sz="750"/>
            </a:lvl4pPr>
            <a:lvl5pPr marL="1523939" indent="0">
              <a:buNone/>
              <a:defRPr sz="750"/>
            </a:lvl5pPr>
            <a:lvl6pPr marL="1904924" indent="0">
              <a:buNone/>
              <a:defRPr sz="750"/>
            </a:lvl6pPr>
            <a:lvl7pPr marL="2285909" indent="0">
              <a:buNone/>
              <a:defRPr sz="750"/>
            </a:lvl7pPr>
            <a:lvl8pPr marL="2666893" indent="0">
              <a:buNone/>
              <a:defRPr sz="750"/>
            </a:lvl8pPr>
            <a:lvl9pPr marL="3047878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49ECCF-669C-4CC5-8F55-EB6A84F680C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633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C7C2BE-BCFE-4987-AD0E-198EB24F34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468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910984" y="1098022"/>
            <a:ext cx="4937478" cy="2340636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97846" y="1098022"/>
            <a:ext cx="14745406" cy="234063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7CB5AE-25CF-4E64-8AF3-BC8D6819791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24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7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97845" y="1098021"/>
            <a:ext cx="19750617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70242" tIns="235122" rIns="470242" bIns="23512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97845" y="6400272"/>
            <a:ext cx="19750617" cy="181041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70242" tIns="235122" rIns="470242" bIns="23512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97846" y="24980637"/>
            <a:ext cx="5120217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70242" tIns="235122" rIns="470242" bIns="235122" numCol="1" anchor="t" anchorCtr="0" compatLnSpc="1">
            <a:prstTxWarp prst="textNoShape">
              <a:avLst/>
            </a:prstTxWarp>
          </a:bodyPr>
          <a:lstStyle>
            <a:lvl1pPr defTabSz="3918322">
              <a:defRPr sz="6083" smtClean="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498646" y="24980637"/>
            <a:ext cx="6949017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70242" tIns="235122" rIns="470242" bIns="235122" numCol="1" anchor="t" anchorCtr="0" compatLnSpc="1">
            <a:prstTxWarp prst="textNoShape">
              <a:avLst/>
            </a:prstTxWarp>
          </a:bodyPr>
          <a:lstStyle>
            <a:lvl1pPr algn="ctr" defTabSz="3918322">
              <a:defRPr sz="6083" smtClean="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5728246" y="24980637"/>
            <a:ext cx="5120217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70242" tIns="235122" rIns="470242" bIns="235122" numCol="1" anchor="t" anchorCtr="0" compatLnSpc="1">
            <a:prstTxWarp prst="textNoShape">
              <a:avLst/>
            </a:prstTxWarp>
          </a:bodyPr>
          <a:lstStyle>
            <a:lvl1pPr algn="r" defTabSz="3918322">
              <a:defRPr sz="6083" smtClean="0">
                <a:latin typeface="Arial" pitchFamily="34" charset="0"/>
              </a:defRPr>
            </a:lvl1pPr>
          </a:lstStyle>
          <a:p>
            <a:pPr>
              <a:defRPr/>
            </a:pPr>
            <a:fld id="{79402945-30C9-4744-A21F-5C99D0EC63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918322" rtl="0" eaLnBrk="0" fontAlgn="base" hangingPunct="0">
        <a:spcBef>
          <a:spcPct val="0"/>
        </a:spcBef>
        <a:spcAft>
          <a:spcPct val="0"/>
        </a:spcAft>
        <a:defRPr sz="18833">
          <a:solidFill>
            <a:schemeClr val="tx2"/>
          </a:solidFill>
          <a:latin typeface="+mj-lt"/>
          <a:ea typeface="+mj-ea"/>
          <a:cs typeface="+mj-cs"/>
        </a:defRPr>
      </a:lvl1pPr>
      <a:lvl2pPr algn="ctr" defTabSz="3918322" rtl="0" eaLnBrk="0" fontAlgn="base" hangingPunct="0">
        <a:spcBef>
          <a:spcPct val="0"/>
        </a:spcBef>
        <a:spcAft>
          <a:spcPct val="0"/>
        </a:spcAft>
        <a:defRPr sz="18833">
          <a:solidFill>
            <a:schemeClr val="tx2"/>
          </a:solidFill>
          <a:latin typeface="Arial" pitchFamily="34" charset="0"/>
        </a:defRPr>
      </a:lvl2pPr>
      <a:lvl3pPr algn="ctr" defTabSz="3918322" rtl="0" eaLnBrk="0" fontAlgn="base" hangingPunct="0">
        <a:spcBef>
          <a:spcPct val="0"/>
        </a:spcBef>
        <a:spcAft>
          <a:spcPct val="0"/>
        </a:spcAft>
        <a:defRPr sz="18833">
          <a:solidFill>
            <a:schemeClr val="tx2"/>
          </a:solidFill>
          <a:latin typeface="Arial" pitchFamily="34" charset="0"/>
        </a:defRPr>
      </a:lvl3pPr>
      <a:lvl4pPr algn="ctr" defTabSz="3918322" rtl="0" eaLnBrk="0" fontAlgn="base" hangingPunct="0">
        <a:spcBef>
          <a:spcPct val="0"/>
        </a:spcBef>
        <a:spcAft>
          <a:spcPct val="0"/>
        </a:spcAft>
        <a:defRPr sz="18833">
          <a:solidFill>
            <a:schemeClr val="tx2"/>
          </a:solidFill>
          <a:latin typeface="Arial" pitchFamily="34" charset="0"/>
        </a:defRPr>
      </a:lvl4pPr>
      <a:lvl5pPr algn="ctr" defTabSz="3918322" rtl="0" eaLnBrk="0" fontAlgn="base" hangingPunct="0">
        <a:spcBef>
          <a:spcPct val="0"/>
        </a:spcBef>
        <a:spcAft>
          <a:spcPct val="0"/>
        </a:spcAft>
        <a:defRPr sz="18833">
          <a:solidFill>
            <a:schemeClr val="tx2"/>
          </a:solidFill>
          <a:latin typeface="Arial" pitchFamily="34" charset="0"/>
        </a:defRPr>
      </a:lvl5pPr>
      <a:lvl6pPr marL="380985" algn="ctr" defTabSz="3918322" rtl="0" fontAlgn="base">
        <a:spcBef>
          <a:spcPct val="0"/>
        </a:spcBef>
        <a:spcAft>
          <a:spcPct val="0"/>
        </a:spcAft>
        <a:defRPr sz="18833">
          <a:solidFill>
            <a:schemeClr val="tx2"/>
          </a:solidFill>
          <a:latin typeface="Arial" pitchFamily="34" charset="0"/>
        </a:defRPr>
      </a:lvl6pPr>
      <a:lvl7pPr marL="761970" algn="ctr" defTabSz="3918322" rtl="0" fontAlgn="base">
        <a:spcBef>
          <a:spcPct val="0"/>
        </a:spcBef>
        <a:spcAft>
          <a:spcPct val="0"/>
        </a:spcAft>
        <a:defRPr sz="18833">
          <a:solidFill>
            <a:schemeClr val="tx2"/>
          </a:solidFill>
          <a:latin typeface="Arial" pitchFamily="34" charset="0"/>
        </a:defRPr>
      </a:lvl7pPr>
      <a:lvl8pPr marL="1142954" algn="ctr" defTabSz="3918322" rtl="0" fontAlgn="base">
        <a:spcBef>
          <a:spcPct val="0"/>
        </a:spcBef>
        <a:spcAft>
          <a:spcPct val="0"/>
        </a:spcAft>
        <a:defRPr sz="18833">
          <a:solidFill>
            <a:schemeClr val="tx2"/>
          </a:solidFill>
          <a:latin typeface="Arial" pitchFamily="34" charset="0"/>
        </a:defRPr>
      </a:lvl8pPr>
      <a:lvl9pPr marL="1523939" algn="ctr" defTabSz="3918322" rtl="0" fontAlgn="base">
        <a:spcBef>
          <a:spcPct val="0"/>
        </a:spcBef>
        <a:spcAft>
          <a:spcPct val="0"/>
        </a:spcAft>
        <a:defRPr sz="18833">
          <a:solidFill>
            <a:schemeClr val="tx2"/>
          </a:solidFill>
          <a:latin typeface="Arial" pitchFamily="34" charset="0"/>
        </a:defRPr>
      </a:lvl9pPr>
    </p:titleStyle>
    <p:bodyStyle>
      <a:lvl1pPr marL="1471024" indent="-1471024" algn="l" defTabSz="3918322" rtl="0" eaLnBrk="0" fontAlgn="base" hangingPunct="0">
        <a:spcBef>
          <a:spcPct val="20000"/>
        </a:spcBef>
        <a:spcAft>
          <a:spcPct val="0"/>
        </a:spcAft>
        <a:buChar char="•"/>
        <a:defRPr sz="13666">
          <a:solidFill>
            <a:schemeClr val="tx1"/>
          </a:solidFill>
          <a:latin typeface="+mn-lt"/>
          <a:ea typeface="+mn-ea"/>
          <a:cs typeface="+mn-cs"/>
        </a:defRPr>
      </a:lvl1pPr>
      <a:lvl2pPr marL="3182810" indent="-1223649" algn="l" defTabSz="3918322" rtl="0" eaLnBrk="0" fontAlgn="base" hangingPunct="0">
        <a:spcBef>
          <a:spcPct val="20000"/>
        </a:spcBef>
        <a:spcAft>
          <a:spcPct val="0"/>
        </a:spcAft>
        <a:buChar char="–"/>
        <a:defRPr sz="12000">
          <a:solidFill>
            <a:schemeClr val="tx1"/>
          </a:solidFill>
          <a:latin typeface="+mn-lt"/>
        </a:defRPr>
      </a:lvl2pPr>
      <a:lvl3pPr marL="4898565" indent="-980242" algn="l" defTabSz="3918322" rtl="0" eaLnBrk="0" fontAlgn="base" hangingPunct="0">
        <a:spcBef>
          <a:spcPct val="20000"/>
        </a:spcBef>
        <a:spcAft>
          <a:spcPct val="0"/>
        </a:spcAft>
        <a:buChar char="•"/>
        <a:defRPr sz="10250">
          <a:solidFill>
            <a:schemeClr val="tx1"/>
          </a:solidFill>
          <a:latin typeface="+mn-lt"/>
        </a:defRPr>
      </a:lvl3pPr>
      <a:lvl4pPr marL="6857726" indent="-980242" algn="l" defTabSz="3918322" rtl="0" eaLnBrk="0" fontAlgn="base" hangingPunct="0">
        <a:spcBef>
          <a:spcPct val="20000"/>
        </a:spcBef>
        <a:spcAft>
          <a:spcPct val="0"/>
        </a:spcAft>
        <a:buChar char="–"/>
        <a:defRPr sz="8583">
          <a:solidFill>
            <a:schemeClr val="tx1"/>
          </a:solidFill>
          <a:latin typeface="+mn-lt"/>
        </a:defRPr>
      </a:lvl4pPr>
      <a:lvl5pPr marL="8816887" indent="-980242" algn="l" defTabSz="3918322" rtl="0" eaLnBrk="0" fontAlgn="base" hangingPunct="0">
        <a:spcBef>
          <a:spcPct val="20000"/>
        </a:spcBef>
        <a:spcAft>
          <a:spcPct val="0"/>
        </a:spcAft>
        <a:buChar char="»"/>
        <a:defRPr sz="8583">
          <a:solidFill>
            <a:schemeClr val="tx1"/>
          </a:solidFill>
          <a:latin typeface="+mn-lt"/>
        </a:defRPr>
      </a:lvl5pPr>
      <a:lvl6pPr marL="9197872" indent="-980242" algn="l" defTabSz="3918322" rtl="0" fontAlgn="base">
        <a:spcBef>
          <a:spcPct val="20000"/>
        </a:spcBef>
        <a:spcAft>
          <a:spcPct val="0"/>
        </a:spcAft>
        <a:buChar char="»"/>
        <a:defRPr sz="8583">
          <a:solidFill>
            <a:schemeClr val="tx1"/>
          </a:solidFill>
          <a:latin typeface="+mn-lt"/>
        </a:defRPr>
      </a:lvl6pPr>
      <a:lvl7pPr marL="9578857" indent="-980242" algn="l" defTabSz="3918322" rtl="0" fontAlgn="base">
        <a:spcBef>
          <a:spcPct val="20000"/>
        </a:spcBef>
        <a:spcAft>
          <a:spcPct val="0"/>
        </a:spcAft>
        <a:buChar char="»"/>
        <a:defRPr sz="8583">
          <a:solidFill>
            <a:schemeClr val="tx1"/>
          </a:solidFill>
          <a:latin typeface="+mn-lt"/>
        </a:defRPr>
      </a:lvl7pPr>
      <a:lvl8pPr marL="9959842" indent="-980242" algn="l" defTabSz="3918322" rtl="0" fontAlgn="base">
        <a:spcBef>
          <a:spcPct val="20000"/>
        </a:spcBef>
        <a:spcAft>
          <a:spcPct val="0"/>
        </a:spcAft>
        <a:buChar char="»"/>
        <a:defRPr sz="8583">
          <a:solidFill>
            <a:schemeClr val="tx1"/>
          </a:solidFill>
          <a:latin typeface="+mn-lt"/>
        </a:defRPr>
      </a:lvl8pPr>
      <a:lvl9pPr marL="10340826" indent="-980242" algn="l" defTabSz="3918322" rtl="0" fontAlgn="base">
        <a:spcBef>
          <a:spcPct val="20000"/>
        </a:spcBef>
        <a:spcAft>
          <a:spcPct val="0"/>
        </a:spcAft>
        <a:buChar char="»"/>
        <a:defRPr sz="8583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7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/>
          <p:cNvSpPr/>
          <p:nvPr/>
        </p:nvSpPr>
        <p:spPr bwMode="auto">
          <a:xfrm>
            <a:off x="11214102" y="13398500"/>
            <a:ext cx="8585198" cy="43180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6200" tIns="38100" rIns="76200" bIns="38100" numCol="1" rtlCol="0" anchor="t" anchorCtr="0" compatLnSpc="1">
            <a:prstTxWarp prst="textNoShape">
              <a:avLst/>
            </a:prstTxWarp>
          </a:bodyPr>
          <a:lstStyle/>
          <a:p>
            <a:pPr defTabSz="3918322"/>
            <a:endParaRPr lang="en-US" sz="2667">
              <a:latin typeface="Arial" pitchFamily="34" charset="0"/>
            </a:endParaRPr>
          </a:p>
        </p:txBody>
      </p:sp>
      <p:sp>
        <p:nvSpPr>
          <p:cNvPr id="2050" name="Rectangle 19"/>
          <p:cNvSpPr>
            <a:spLocks noChangeArrowheads="1"/>
          </p:cNvSpPr>
          <p:nvPr/>
        </p:nvSpPr>
        <p:spPr bwMode="auto">
          <a:xfrm>
            <a:off x="0" y="2"/>
            <a:ext cx="21945600" cy="2920998"/>
          </a:xfrm>
          <a:prstGeom prst="rect">
            <a:avLst/>
          </a:prstGeom>
          <a:solidFill>
            <a:srgbClr val="002368"/>
          </a:solidFill>
          <a:ln>
            <a:noFill/>
          </a:ln>
          <a:effectLst/>
        </p:spPr>
        <p:txBody>
          <a:bodyPr lIns="120313" tIns="60156" rIns="120313" bIns="60156" anchor="ctr"/>
          <a:lstStyle/>
          <a:p>
            <a:pPr algn="ctr"/>
            <a:endParaRPr lang="en-US" sz="3000" i="1" dirty="0">
              <a:solidFill>
                <a:schemeClr val="bg1"/>
              </a:solidFill>
              <a:latin typeface="Trebuchet MS" pitchFamily="34" charset="0"/>
              <a:cs typeface="Helvetica" panose="020B0604020202020204" pitchFamily="34" charset="0"/>
            </a:endParaRPr>
          </a:p>
        </p:txBody>
      </p:sp>
      <p:sp useBgFill="1">
        <p:nvSpPr>
          <p:cNvPr id="2073" name="Rectangle 2072"/>
          <p:cNvSpPr/>
          <p:nvPr/>
        </p:nvSpPr>
        <p:spPr bwMode="auto">
          <a:xfrm>
            <a:off x="8987298" y="25527000"/>
            <a:ext cx="207502" cy="130085"/>
          </a:xfrm>
          <a:prstGeom prst="rect">
            <a:avLst/>
          </a:prstGeom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6200" tIns="38100" rIns="76200" bIns="38100" numCol="1" rtlCol="0" anchor="t" anchorCtr="0" compatLnSpc="1">
            <a:prstTxWarp prst="textNoShape">
              <a:avLst/>
            </a:prstTxWarp>
          </a:bodyPr>
          <a:lstStyle/>
          <a:p>
            <a:pPr defTabSz="3918322"/>
            <a:endParaRPr lang="en-US" sz="2667">
              <a:latin typeface="Arial" pitchFamily="34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0" y="7358"/>
            <a:ext cx="21949410" cy="3321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4000" dirty="0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Helvetica" panose="020B0604020202020204" pitchFamily="34" charset="0"/>
              </a:rPr>
              <a:t>ARGUS: Adaptive Real-time Guardian for Unified Surveillance  </a:t>
            </a:r>
          </a:p>
          <a:p>
            <a:pPr algn="ctr" defTabSz="3918322">
              <a:lnSpc>
                <a:spcPct val="110000"/>
              </a:lnSpc>
            </a:pPr>
            <a:r>
              <a:rPr lang="en-US" sz="2667" dirty="0">
                <a:solidFill>
                  <a:srgbClr val="FFFF00"/>
                </a:solidFill>
                <a:latin typeface="+mn-lt"/>
                <a:cs typeface="Helvetica" panose="020B0604020202020204" pitchFamily="34" charset="0"/>
              </a:rPr>
              <a:t> </a:t>
            </a:r>
            <a:r>
              <a:rPr lang="en-US" sz="2700" dirty="0">
                <a:solidFill>
                  <a:srgbClr val="FFFF00"/>
                </a:solidFill>
                <a:latin typeface="+mn-lt"/>
                <a:cs typeface="Helvetica" panose="020B0604020202020204" pitchFamily="34" charset="0"/>
              </a:rPr>
              <a:t>Guide: Prof. Vivek Shripad Nagnath  |  </a:t>
            </a:r>
            <a:r>
              <a:rPr lang="en-US" sz="2700" b="1" dirty="0">
                <a:solidFill>
                  <a:srgbClr val="FFFF00"/>
                </a:solidFill>
                <a:latin typeface="+mn-lt"/>
                <a:cs typeface="Helvetica" panose="020B0604020202020204" pitchFamily="34" charset="0"/>
              </a:rPr>
              <a:t>Arya Petkar (1251030275),</a:t>
            </a:r>
            <a:r>
              <a:rPr lang="en-US" sz="2700" dirty="0">
                <a:solidFill>
                  <a:srgbClr val="FFFF00"/>
                </a:solidFill>
                <a:latin typeface="+mn-lt"/>
                <a:cs typeface="Helvetica" panose="020B0604020202020204" pitchFamily="34" charset="0"/>
              </a:rPr>
              <a:t> Shatakshi Petkar (1251030199),</a:t>
            </a:r>
            <a:r>
              <a:rPr lang="en-US" sz="2700" dirty="0" err="1">
                <a:solidFill>
                  <a:srgbClr val="FFFF00"/>
                </a:solidFill>
                <a:latin typeface="+mn-lt"/>
                <a:cs typeface="Helvetica" panose="020B0604020202020204" pitchFamily="34" charset="0"/>
              </a:rPr>
              <a:t> Swayam Phadtare (1251030068),</a:t>
            </a:r>
            <a:r>
              <a:rPr lang="en-US" sz="2700" dirty="0">
                <a:solidFill>
                  <a:srgbClr val="FFFF00"/>
                </a:solidFill>
                <a:latin typeface="+mn-lt"/>
                <a:cs typeface="Helvetica" panose="020B0604020202020204" pitchFamily="34" charset="0"/>
              </a:rPr>
              <a:t> </a:t>
            </a:r>
          </a:p>
          <a:p>
            <a:pPr algn="ctr" defTabSz="3918322">
              <a:lnSpc>
                <a:spcPct val="110000"/>
              </a:lnSpc>
            </a:pPr>
            <a:r>
              <a:rPr lang="en-US" sz="2700" dirty="0">
                <a:solidFill>
                  <a:srgbClr val="FFFF00"/>
                </a:solidFill>
                <a:latin typeface="+mn-lt"/>
                <a:cs typeface="Helvetica" panose="020B0604020202020204" pitchFamily="34" charset="0"/>
              </a:rPr>
              <a:t> Suyash Sawant, Ritik </a:t>
            </a:r>
          </a:p>
          <a:p>
            <a:pPr algn="ctr" defTabSz="3918322">
              <a:lnSpc>
                <a:spcPct val="110000"/>
              </a:lnSpc>
            </a:pPr>
            <a:endParaRPr lang="en-US" sz="667" dirty="0">
              <a:solidFill>
                <a:srgbClr val="FFFF00"/>
              </a:solidFill>
              <a:latin typeface="+mn-lt"/>
              <a:cs typeface="Helvetica" panose="020B0604020202020204" pitchFamily="34" charset="0"/>
            </a:endParaRPr>
          </a:p>
          <a:p>
            <a:pPr algn="ctr" defTabSz="3918322">
              <a:lnSpc>
                <a:spcPct val="110000"/>
              </a:lnSpc>
            </a:pPr>
            <a:r>
              <a:rPr lang="en-US" sz="2200" i="1" dirty="0">
                <a:solidFill>
                  <a:schemeClr val="bg1"/>
                </a:solidFill>
                <a:latin typeface="+mn-lt"/>
                <a:cs typeface="Helvetica" panose="020B0604020202020204" pitchFamily="34" charset="0"/>
              </a:rPr>
              <a:t>Department of Engineering Science  and Humanities (DESH) </a:t>
            </a:r>
          </a:p>
          <a:p>
            <a:pPr algn="ctr" defTabSz="3918322">
              <a:lnSpc>
                <a:spcPct val="110000"/>
              </a:lnSpc>
            </a:pPr>
            <a:r>
              <a:rPr lang="en-US" sz="2200" i="1" dirty="0">
                <a:solidFill>
                  <a:schemeClr val="bg1"/>
                </a:solidFill>
                <a:latin typeface="+mn-lt"/>
                <a:cs typeface="Helvetica" panose="020B0604020202020204" pitchFamily="34" charset="0"/>
              </a:rPr>
              <a:t>Vishwakarma Institute of Technology, Pune</a:t>
            </a:r>
          </a:p>
          <a:p>
            <a:pPr algn="ctr" defTabSz="3918322"/>
            <a:r>
              <a:rPr lang="en-US" sz="2400" dirty="0">
                <a:solidFill>
                  <a:srgbClr val="FFFF00"/>
                </a:solidFill>
                <a:latin typeface="+mn-lt"/>
                <a:cs typeface="Helvetica" panose="020B0604020202020204" pitchFamily="34" charset="0"/>
              </a:rPr>
              <a:t>ASE PROJECT 2 ASSESSMENT JUNE 2026 </a:t>
            </a:r>
          </a:p>
          <a:p>
            <a:endParaRPr lang="en-US" sz="2667" dirty="0"/>
          </a:p>
        </p:txBody>
      </p:sp>
      <p:sp>
        <p:nvSpPr>
          <p:cNvPr id="39" name="TextBox 38"/>
          <p:cNvSpPr txBox="1"/>
          <p:nvPr/>
        </p:nvSpPr>
        <p:spPr>
          <a:xfrm>
            <a:off x="2209800" y="3202931"/>
            <a:ext cx="3302000" cy="1067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67" b="1" cap="small" dirty="0">
                <a:latin typeface="Trebuchet MS" pitchFamily="34" charset="0"/>
                <a:cs typeface="Helvetica" panose="020B0604020202020204" pitchFamily="34" charset="0"/>
              </a:rPr>
              <a:t>Introduction</a:t>
            </a:r>
          </a:p>
          <a:p>
            <a:endParaRPr lang="en-US" sz="2667" dirty="0"/>
          </a:p>
        </p:txBody>
      </p:sp>
      <p:sp>
        <p:nvSpPr>
          <p:cNvPr id="40" name="TextBox 39"/>
          <p:cNvSpPr txBox="1"/>
          <p:nvPr/>
        </p:nvSpPr>
        <p:spPr>
          <a:xfrm>
            <a:off x="152400" y="3850547"/>
            <a:ext cx="10432606" cy="3227615"/>
          </a:xfrm>
          <a:prstGeom prst="rect">
            <a:avLst/>
          </a:prstGeom>
          <a:noFill/>
          <a:ln>
            <a:solidFill>
              <a:srgbClr val="000099"/>
            </a:solidFill>
          </a:ln>
        </p:spPr>
        <p:txBody>
          <a:bodyPr wrap="square" rtlCol="0">
            <a:spAutoFit/>
          </a:bodyPr>
          <a:lstStyle/>
          <a:p>
            <a:pPr marL="457182" indent="-457182" algn="just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en-IN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ARGUS is an AI-powered offline exam malpractice detection system using MediaPipe Pose estimation, motion analysis, and a Random Forest ML classifier to monitor student behaviour in real-time exam halls.</a:t>
            </a:r>
          </a:p>
          <a:p>
            <a:pPr marL="457182" indent="-457182" algn="just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en-IN" sz="2400" dirty="0">
                <a:solidFill>
                  <a:srgbClr val="000000"/>
                </a:solidFill>
                <a:latin typeface="Arial" panose="020B0604020202020204" pitchFamily="34" charset="0"/>
              </a:rPr>
              <a:t>The system extracts 7 behavioural features per student per frame and builds a cumulative suspicion score per bench zone. A confirmed alert fires only after 7 seconds of sustained suspicious behaviour, eliminating false positives from brief movements.</a:t>
            </a:r>
          </a:p>
          <a:p>
            <a:pPr marL="457182" indent="-457182" algn="just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en-IN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A physical Arduino console with Green/Amber/Red LEDs, active buzzer, and I2C LCD provides graduated real-time alerts. Every session auto-generates a PDF and Excel report with full incident log, bench assignments, ML confidence, and timestamps.</a:t>
            </a:r>
            <a:endParaRPr lang="en-IN" sz="24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457182" indent="-457182" algn="just">
              <a:lnSpc>
                <a:spcPct val="110000"/>
              </a:lnSpc>
              <a:buFont typeface="Wingdings" panose="05000000000000000000" pitchFamily="2" charset="2"/>
              <a:buChar char="ü"/>
            </a:pPr>
            <a:endParaRPr lang="en-IN" sz="23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80985" indent="-380985" algn="just">
              <a:lnSpc>
                <a:spcPct val="110000"/>
              </a:lnSpc>
              <a:buFont typeface="Wingdings" panose="05000000000000000000" pitchFamily="2" charset="2"/>
              <a:buChar char="ü"/>
            </a:pPr>
            <a:endParaRPr lang="en-IN" sz="23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>
              <a:lnSpc>
                <a:spcPct val="110000"/>
              </a:lnSpc>
            </a:pPr>
            <a:endParaRPr lang="en-IN" sz="23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80985" indent="-380985" algn="just">
              <a:lnSpc>
                <a:spcPct val="110000"/>
              </a:lnSpc>
              <a:buFont typeface="Wingdings" panose="05000000000000000000" pitchFamily="2" charset="2"/>
              <a:buChar char="ü"/>
            </a:pPr>
            <a:endParaRPr lang="en-IN" sz="23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80985" indent="-380985" algn="just">
              <a:lnSpc>
                <a:spcPct val="110000"/>
              </a:lnSpc>
              <a:buFont typeface="Wingdings" panose="05000000000000000000" pitchFamily="2" charset="2"/>
              <a:buChar char="ü"/>
            </a:pPr>
            <a:endParaRPr lang="en-IN" sz="23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7" name="Rectangle 23"/>
          <p:cNvSpPr>
            <a:spLocks noChangeArrowheads="1"/>
          </p:cNvSpPr>
          <p:nvPr/>
        </p:nvSpPr>
        <p:spPr bwMode="auto">
          <a:xfrm>
            <a:off x="152400" y="3154673"/>
            <a:ext cx="10432604" cy="593455"/>
          </a:xfrm>
          <a:prstGeom prst="rect">
            <a:avLst/>
          </a:prstGeom>
          <a:solidFill>
            <a:srgbClr val="002368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20313" tIns="60156" rIns="120313" bIns="60156" anchor="ctr"/>
          <a:lstStyle/>
          <a:p>
            <a:pPr defTabSz="3918322"/>
            <a:r>
              <a:rPr lang="en-US" sz="3667" b="1" cap="small" dirty="0">
                <a:solidFill>
                  <a:schemeClr val="bg1"/>
                </a:solidFill>
                <a:latin typeface="+mj-lt"/>
                <a:cs typeface="Helvetica" panose="020B0604020202020204" pitchFamily="34" charset="0"/>
              </a:rPr>
              <a:t>ABSTRACT</a:t>
            </a:r>
          </a:p>
        </p:txBody>
      </p:sp>
      <p:sp>
        <p:nvSpPr>
          <p:cNvPr id="48" name="Rectangle 23"/>
          <p:cNvSpPr>
            <a:spLocks noChangeArrowheads="1"/>
          </p:cNvSpPr>
          <p:nvPr/>
        </p:nvSpPr>
        <p:spPr bwMode="auto">
          <a:xfrm>
            <a:off x="152398" y="10989991"/>
            <a:ext cx="10432606" cy="609600"/>
          </a:xfrm>
          <a:prstGeom prst="rect">
            <a:avLst/>
          </a:prstGeom>
          <a:solidFill>
            <a:srgbClr val="002368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20313" tIns="60156" rIns="120313" bIns="60156" anchor="ctr"/>
          <a:lstStyle/>
          <a:p>
            <a:pPr defTabSz="4701986"/>
            <a:r>
              <a:rPr lang="en-US" sz="3667" b="1" cap="small" dirty="0">
                <a:solidFill>
                  <a:schemeClr val="bg1"/>
                </a:solidFill>
                <a:latin typeface="+mj-lt"/>
                <a:cs typeface="Helvetica" panose="020B0604020202020204" pitchFamily="34" charset="0"/>
              </a:rPr>
              <a:t>METHODOLOGY</a:t>
            </a:r>
          </a:p>
        </p:txBody>
      </p:sp>
      <p:sp>
        <p:nvSpPr>
          <p:cNvPr id="49" name="Rectangle 23"/>
          <p:cNvSpPr>
            <a:spLocks noChangeArrowheads="1"/>
          </p:cNvSpPr>
          <p:nvPr/>
        </p:nvSpPr>
        <p:spPr bwMode="auto">
          <a:xfrm>
            <a:off x="10967977" y="3151701"/>
            <a:ext cx="10820400" cy="580833"/>
          </a:xfrm>
          <a:prstGeom prst="rect">
            <a:avLst/>
          </a:prstGeom>
          <a:solidFill>
            <a:srgbClr val="002368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20313" tIns="60156" rIns="120313" bIns="60156" anchor="ctr"/>
          <a:lstStyle/>
          <a:p>
            <a:pPr defTabSz="3918322"/>
            <a:r>
              <a:rPr lang="en-US" sz="3667" b="1" cap="small" dirty="0">
                <a:solidFill>
                  <a:schemeClr val="bg1"/>
                </a:solidFill>
                <a:latin typeface="+mj-lt"/>
                <a:cs typeface="Helvetica" panose="020B0604020202020204" pitchFamily="34" charset="0"/>
              </a:rPr>
              <a:t>RESULTS AND DISCUSSIONS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74705" y="3858692"/>
            <a:ext cx="10813672" cy="3310906"/>
          </a:xfrm>
          <a:prstGeom prst="rect">
            <a:avLst/>
          </a:prstGeom>
          <a:noFill/>
          <a:ln>
            <a:solidFill>
              <a:srgbClr val="000099"/>
            </a:solidFill>
          </a:ln>
        </p:spPr>
        <p:txBody>
          <a:bodyPr wrap="square" rtlCol="0">
            <a:spAutoFit/>
          </a:bodyPr>
          <a:lstStyle/>
          <a:p>
            <a:pPr marL="285738" indent="-285738">
              <a:lnSpc>
                <a:spcPct val="110000"/>
              </a:lnSpc>
              <a:buFont typeface="Wingdings" pitchFamily="2" charset="2"/>
              <a:buChar char="ü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The system</a:t>
            </a:r>
          </a:p>
          <a:p>
            <a:pPr marL="285738" indent="-285738">
              <a:lnSpc>
                <a:spcPct val="110000"/>
              </a:lnSpc>
              <a:buFont typeface="Wingdings" pitchFamily="2" charset="2"/>
              <a:buChar char="ü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The system. </a:t>
            </a:r>
          </a:p>
          <a:p>
            <a:pPr marL="285738" indent="-285738">
              <a:lnSpc>
                <a:spcPct val="110000"/>
              </a:lnSpc>
              <a:buFont typeface="Wingdings" pitchFamily="2" charset="2"/>
              <a:buChar char="ü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The system </a:t>
            </a:r>
          </a:p>
          <a:p>
            <a:pPr marL="285738" indent="-285738">
              <a:lnSpc>
                <a:spcPct val="110000"/>
              </a:lnSpc>
              <a:buFont typeface="Wingdings" pitchFamily="2" charset="2"/>
              <a:buChar char="ü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preventing long waiting times and congestion. </a:t>
            </a:r>
          </a:p>
          <a:p>
            <a:pPr marL="285738" indent="-285738">
              <a:lnSpc>
                <a:spcPct val="110000"/>
              </a:lnSpc>
              <a:buFont typeface="Wingdings" pitchFamily="2" charset="2"/>
              <a:buChar char="ü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The system </a:t>
            </a:r>
          </a:p>
          <a:p>
            <a:pPr marL="285738" indent="-285738">
              <a:lnSpc>
                <a:spcPct val="110000"/>
              </a:lnSpc>
              <a:buFont typeface="Wingdings" pitchFamily="2" charset="2"/>
              <a:buChar char="ü"/>
            </a:pP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ata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security, which should be addressed through proper regulations and protocols. </a:t>
            </a:r>
          </a:p>
          <a:p>
            <a:pPr marL="285738" indent="-285738">
              <a:lnSpc>
                <a:spcPct val="110000"/>
              </a:lnSpc>
              <a:buFont typeface="Wingdings" pitchFamily="2" charset="2"/>
              <a:buChar char="ü"/>
            </a:pP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Stretch posture (arm reach) correctly classified as non-cheating (label=0) after v3 ML retraining, eliminating the most common false-alert source.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152398" y="15899645"/>
            <a:ext cx="10432606" cy="502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67" b="1" dirty="0">
                <a:solidFill>
                  <a:schemeClr val="bg1"/>
                </a:solidFill>
                <a:highlight>
                  <a:srgbClr val="000080"/>
                </a:highlight>
                <a:latin typeface="+mj-lt"/>
                <a:cs typeface="Helvetica" panose="020B0604020202020204" pitchFamily="34" charset="0"/>
              </a:rPr>
              <a:t> FLOW CHART  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52400" y="24442908"/>
            <a:ext cx="10423776" cy="502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67" b="1" dirty="0">
                <a:solidFill>
                  <a:schemeClr val="bg1"/>
                </a:solidFill>
                <a:highlight>
                  <a:srgbClr val="000080"/>
                </a:highlight>
                <a:latin typeface="+mj-lt"/>
                <a:cs typeface="Helvetica" panose="020B0604020202020204" pitchFamily="34" charset="0"/>
              </a:rPr>
              <a:t>TESTING / IMPLEMENTATION </a:t>
            </a:r>
          </a:p>
        </p:txBody>
      </p:sp>
      <p:sp>
        <p:nvSpPr>
          <p:cNvPr id="57" name="Rectangle 23"/>
          <p:cNvSpPr>
            <a:spLocks noChangeArrowheads="1"/>
          </p:cNvSpPr>
          <p:nvPr/>
        </p:nvSpPr>
        <p:spPr bwMode="auto">
          <a:xfrm>
            <a:off x="10967976" y="17286133"/>
            <a:ext cx="10813671" cy="609600"/>
          </a:xfrm>
          <a:prstGeom prst="rect">
            <a:avLst/>
          </a:prstGeom>
          <a:solidFill>
            <a:srgbClr val="002368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20313" tIns="60156" rIns="120313" bIns="60156" anchor="ctr"/>
          <a:lstStyle/>
          <a:p>
            <a:pPr defTabSz="3918322"/>
            <a:r>
              <a:rPr lang="en-US" sz="3667" b="1" cap="small" dirty="0">
                <a:solidFill>
                  <a:schemeClr val="bg1"/>
                </a:solidFill>
                <a:latin typeface="+mj-lt"/>
                <a:cs typeface="Helvetica" panose="020B0604020202020204" pitchFamily="34" charset="0"/>
              </a:rPr>
              <a:t>NOVELTY FEATURES / FINDINGS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974704" y="18123542"/>
            <a:ext cx="10806943" cy="3554819"/>
          </a:xfrm>
          <a:prstGeom prst="rect">
            <a:avLst/>
          </a:prstGeom>
          <a:noFill/>
          <a:ln>
            <a:solidFill>
              <a:srgbClr val="000099"/>
            </a:solidFill>
          </a:ln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itchFamily="2" charset="2"/>
              <a:buChar char="ü"/>
            </a:pP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Cumulative Suspicion Scoring — score builds over sustained behaviour, not single-frame spikes; eliminates false positives from brief glances or stretches.</a:t>
            </a:r>
          </a:p>
          <a:p>
            <a:pPr marL="380985" indent="-380985" algn="just">
              <a:buFont typeface="Wingdings" pitchFamily="2" charset="2"/>
              <a:buChar char="ü"/>
            </a:pP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Stretch modeled as label=0 in ML training (v3) — system correctly ignores normal arm reaches; trained on real 2-3m camera-distance measurements.</a:t>
            </a:r>
          </a:p>
          <a:p>
            <a:pPr marL="380985" indent="-380985" algn="just">
              <a:buFont typeface="Wingdings" pitchFamily="2" charset="2"/>
              <a:buChar char="ü"/>
            </a:pPr>
            <a:r>
              <a:rPr 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Three-tier hardware severity (Green/Amber/Red LED) — screen-independent alert system; invigilator informed even while walking the hall.</a:t>
            </a:r>
          </a:p>
          <a:p>
            <a:pPr marL="380985" indent="-380985" algn="just">
              <a:buFont typeface="Wingdings" pitchFamily="2" charset="2"/>
              <a:buChar char="ü"/>
            </a:pP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ArUco auto-calibration — bench zones mapped in ~10 seconds; no manual coordinate entry required for any exam hall layout.</a:t>
            </a:r>
          </a:p>
          <a:p>
            <a:pPr marL="380985" indent="-380985" algn="just">
              <a:buFont typeface="Wingdings" pitchFamily="2" charset="2"/>
              <a:buChar char="ü"/>
            </a:pP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Fully offline architecture — no cloud, no internet, no privacy risk; suitable for secure VIT exam hall deployment.</a:t>
            </a:r>
          </a:p>
          <a:p>
            <a:pPr marL="380985" indent="-380985" algn="just">
              <a:buFont typeface="Wingdings" pitchFamily="2" charset="2"/>
              <a:buChar char="ü"/>
            </a:pPr>
            <a:r>
              <a:rPr 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Excel seating upload — official VIT seating Excel directly maps student PRNs to detection zones; zero manual entry.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80985" indent="-380985" algn="just">
              <a:buFont typeface="Wingdings" pitchFamily="2" charset="2"/>
              <a:buChar char="ü"/>
            </a:pPr>
            <a:r>
              <a:rPr 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Oooo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80985" indent="-380985" algn="just">
              <a:buFont typeface="Wingdings" pitchFamily="2" charset="2"/>
              <a:buChar char="ü"/>
            </a:pPr>
            <a:r>
              <a:rPr 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7-second sustained detection threshold — realistic for actual cheating; prevents false alerts from momentary suspicious movements.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80985" indent="-380985" algn="just">
              <a:buFont typeface="Wingdings" pitchFamily="2" charset="2"/>
              <a:buChar char="ü"/>
            </a:pPr>
            <a:r>
              <a:rPr 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Alert persistence (30s) — red LED stays on and dashboard alert persists for 30 seconds even if student returns to normal posture.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52399" y="24896165"/>
            <a:ext cx="10423776" cy="2175532"/>
          </a:xfrm>
          <a:prstGeom prst="rect">
            <a:avLst/>
          </a:prstGeom>
          <a:noFill/>
          <a:ln>
            <a:solidFill>
              <a:srgbClr val="000099"/>
            </a:solidFill>
          </a:ln>
        </p:spPr>
        <p:txBody>
          <a:bodyPr wrap="square" rtlCol="0">
            <a:spAutoFit/>
          </a:bodyPr>
          <a:lstStyle/>
          <a:p>
            <a:pPr marL="457182" indent="-457182">
              <a:lnSpc>
                <a:spcPct val="110000"/>
              </a:lnSpc>
              <a:buFont typeface="Wingdings" pitchFamily="2" charset="2"/>
              <a:buChar char="ü"/>
            </a:pP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Dataset: 4,500 synthetic samples generated using real 2-3m camera-distance measurements (normal: 1,500, stretch: 1,500, cheating: 1,500). Features: shoulder_angle, head_offset_x/y, wrist distances, wrist_velocity_avg, zone_motion_score.</a:t>
            </a:r>
          </a:p>
          <a:p>
            <a:pPr marL="457182" indent="-457182">
              <a:lnSpc>
                <a:spcPct val="110000"/>
              </a:lnSpc>
              <a:buFont typeface="Wingdings" pitchFamily="2" charset="2"/>
              <a:buChar char="ü"/>
            </a:pP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Setup: Python 3.11, OpenCV-contrib, MediaPipe, scikit-learn, Flask, PySerial, ReportLab, openpyxl. Arduino IDE with LiquidCrystal_I2C library. Run: py -3.11 webapp/app.py → open localhost:5000.</a:t>
            </a:r>
          </a:p>
          <a:p>
            <a:pPr marL="457182" indent="-457182">
              <a:lnSpc>
                <a:spcPct val="110000"/>
              </a:lnSpc>
              <a:buFont typeface="Wingdings" pitchFamily="2" charset="2"/>
              <a:buChar char="ü"/>
            </a:pP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Hardware test: Arduino sketch v4 uploaded; boot LED sweep (Green→Amber→Red) verified; 3-LED single-mode, buzzer, and I2C LCD all confirmed functional on COM5.</a:t>
            </a:r>
          </a:p>
          <a:p>
            <a:pPr marL="457182" indent="-457182">
              <a:lnSpc>
                <a:spcPct val="110000"/>
              </a:lnSpc>
              <a:buFont typeface="Wingdings" pitchFamily="2" charset="2"/>
              <a:buChar char="ü"/>
            </a:pP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ArUco calibration: Printed 10x10 cm markers (IDs 0,1,2) placed at 2-3m; Scan ArUco button auto-saved zones.json with correct bench coordinates in ~10 seconds.</a:t>
            </a:r>
          </a:p>
          <a:p>
            <a:pPr marL="457182" indent="-457182">
              <a:lnSpc>
                <a:spcPct val="110000"/>
              </a:lnSpc>
              <a:buFont typeface="Wingdings" pitchFamily="2" charset="2"/>
              <a:buChar char="ü"/>
            </a:pP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Full 3-student test: Arya (B1), Shatakshi (B2), Swayam (B3) seated at 2-3m. Normal posture — no alert. Cheating posture held 7+ seconds — amber LED → red LED + 3 beeps + LCD + toast notification. Stop Exam → Excel auto-downloaded + PDF saved.</a:t>
            </a:r>
          </a:p>
        </p:txBody>
      </p:sp>
      <p:sp>
        <p:nvSpPr>
          <p:cNvPr id="61" name="Rectangle 23"/>
          <p:cNvSpPr>
            <a:spLocks noChangeArrowheads="1"/>
          </p:cNvSpPr>
          <p:nvPr/>
        </p:nvSpPr>
        <p:spPr bwMode="auto">
          <a:xfrm>
            <a:off x="10974704" y="21969586"/>
            <a:ext cx="10806942" cy="609600"/>
          </a:xfrm>
          <a:prstGeom prst="rect">
            <a:avLst/>
          </a:prstGeom>
          <a:solidFill>
            <a:srgbClr val="002368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20313" tIns="60156" rIns="120313" bIns="60156" anchor="ctr"/>
          <a:lstStyle/>
          <a:p>
            <a:pPr defTabSz="3918322"/>
            <a:r>
              <a:rPr lang="en-US" sz="3667" b="1" cap="small" dirty="0">
                <a:solidFill>
                  <a:schemeClr val="bg1"/>
                </a:solidFill>
                <a:latin typeface="+mj-lt"/>
                <a:cs typeface="Helvetica" panose="020B0604020202020204" pitchFamily="34" charset="0"/>
              </a:rPr>
              <a:t>CONCLUSIONS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974704" y="22822235"/>
            <a:ext cx="10806942" cy="4291496"/>
          </a:xfrm>
          <a:prstGeom prst="rect">
            <a:avLst/>
          </a:prstGeom>
          <a:noFill/>
          <a:ln>
            <a:solidFill>
              <a:srgbClr val="000099"/>
            </a:solidFill>
          </a:ln>
        </p:spPr>
        <p:txBody>
          <a:bodyPr wrap="square" rtlCol="0">
            <a:spAutoFit/>
          </a:bodyPr>
          <a:lstStyle/>
          <a:p>
            <a:pPr marL="342887" indent="-342887" algn="just">
              <a:lnSpc>
                <a:spcPct val="110000"/>
              </a:lnSpc>
              <a:buFont typeface="Wingdings" pitchFamily="2" charset="2"/>
              <a:buChar char="ü"/>
            </a:pP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ARGUS successfully demonstrates AI-powered offline exam malpractice detection — all 12 core modules built, tested, and integrated into a single cohesive system.</a:t>
            </a:r>
          </a:p>
          <a:p>
            <a:pPr marL="342887" indent="-342887" algn="just">
              <a:lnSpc>
                <a:spcPct val="110000"/>
              </a:lnSpc>
              <a:buFont typeface="Wingdings" pitchFamily="2" charset="2"/>
              <a:buChar char="ü"/>
            </a:pPr>
            <a:r>
              <a:rPr 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The 7-second sustained detection and stretch-as-normal ML training effectively balance sensitivity and specificity, making the system practical for real exam scenarios.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887" indent="-342887" algn="just">
              <a:lnSpc>
                <a:spcPct val="110000"/>
              </a:lnSpc>
              <a:buFont typeface="Wingdings" pitchFamily="2" charset="2"/>
              <a:buChar char="ü"/>
            </a:pPr>
            <a:r>
              <a:rPr 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Hardware-backed graduated alerts (Green/Amber/Red) provide screen-independent, real-time severity indication suitable for active exam hall invigilation.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887" indent="-342887" algn="just">
              <a:lnSpc>
                <a:spcPct val="110000"/>
              </a:lnSpc>
              <a:buFont typeface="Wingdings" pitchFamily="2" charset="2"/>
              <a:buChar char="ü"/>
            </a:pP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Auto-generated PDF and Excel reports provide complete, tamper-evident, evidence-backed documentation for disciplinary proceedings at VIT Pune.</a:t>
            </a:r>
          </a:p>
          <a:p>
            <a:pPr marL="342887" indent="-342887" algn="just">
              <a:lnSpc>
                <a:spcPct val="110000"/>
              </a:lnSpc>
              <a:buFont typeface="Wingdings" pitchFamily="2" charset="2"/>
              <a:buChar char="ü"/>
            </a:pP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ArUco zone calibration and Excel seating integration make deployment practical for any exam room without manual configuration.</a:t>
            </a:r>
          </a:p>
          <a:p>
            <a:pPr marL="342887" indent="-342887" algn="just">
              <a:lnSpc>
                <a:spcPct val="110000"/>
              </a:lnSpc>
              <a:buFont typeface="Wingdings" pitchFamily="2" charset="2"/>
              <a:buChar char="ü"/>
            </a:pP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The fully offline architecture ensures privacy compliance and internet-independence, meeting the requirements of secure examination environments.</a:t>
            </a:r>
          </a:p>
          <a:p>
            <a:pPr marL="342887" indent="-342887" algn="just">
              <a:lnSpc>
                <a:spcPct val="110000"/>
              </a:lnSpc>
              <a:buFont typeface="Wingdings" pitchFamily="2" charset="2"/>
              <a:buChar char="ü"/>
            </a:pPr>
            <a:r>
              <a:rPr 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Oooo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887" indent="-342887" algn="just">
              <a:lnSpc>
                <a:spcPct val="110000"/>
              </a:lnSpc>
              <a:buFont typeface="Wingdings" pitchFamily="2" charset="2"/>
              <a:buChar char="ü"/>
            </a:pPr>
            <a:r>
              <a:rPr 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The system has been validated end-to-end in a 3-student demo; hardware, detection, dashboard, and reporting all confirmed functional and demo-ready for June 2026 review.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887" indent="-342887" algn="just">
              <a:lnSpc>
                <a:spcPct val="110000"/>
              </a:lnSpc>
              <a:buFont typeface="Wingdings" pitchFamily="2" charset="2"/>
              <a:buChar char="ü"/>
            </a:pP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887" indent="-342887" algn="just">
              <a:lnSpc>
                <a:spcPct val="110000"/>
              </a:lnSpc>
              <a:buFont typeface="Wingdings" pitchFamily="2" charset="2"/>
              <a:buChar char="ü"/>
            </a:pP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9B73FA-57B3-58E4-0129-624B1D3D1251}"/>
              </a:ext>
            </a:extLst>
          </p:cNvPr>
          <p:cNvSpPr txBox="1"/>
          <p:nvPr/>
        </p:nvSpPr>
        <p:spPr>
          <a:xfrm>
            <a:off x="19088100" y="15766"/>
            <a:ext cx="2857500" cy="2862322"/>
          </a:xfrm>
          <a:prstGeom prst="rect">
            <a:avLst/>
          </a:prstGeom>
          <a:solidFill>
            <a:schemeClr val="bg1"/>
          </a:solidFill>
          <a:ln>
            <a:solidFill>
              <a:srgbClr val="000099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3000" b="1" dirty="0">
                <a:solidFill>
                  <a:srgbClr val="3333FF"/>
                </a:solidFill>
                <a:highlight>
                  <a:srgbClr val="FFFFFF"/>
                </a:highlight>
              </a:rPr>
              <a:t>ASE</a:t>
            </a:r>
            <a:r>
              <a:rPr lang="en-IN" sz="3000" b="1" dirty="0">
                <a:solidFill>
                  <a:srgbClr val="3333FF"/>
                </a:solidFill>
              </a:rPr>
              <a:t>P 2</a:t>
            </a:r>
          </a:p>
          <a:p>
            <a:pPr algn="ctr"/>
            <a:r>
              <a:rPr lang="en-IN" sz="3000" b="1" dirty="0">
                <a:solidFill>
                  <a:srgbClr val="3333FF"/>
                </a:solidFill>
              </a:rPr>
              <a:t>GROUP NO.</a:t>
            </a:r>
          </a:p>
          <a:p>
            <a:pPr algn="ctr"/>
            <a:r>
              <a:rPr lang="en-IN" sz="6000" b="1" dirty="0">
                <a:solidFill>
                  <a:srgbClr val="3333FF"/>
                </a:solidFill>
              </a:rPr>
              <a:t>CSAIML-E Gr.01</a:t>
            </a:r>
          </a:p>
        </p:txBody>
      </p:sp>
      <p:sp>
        <p:nvSpPr>
          <p:cNvPr id="12" name="Rectangle 23">
            <a:extLst>
              <a:ext uri="{FF2B5EF4-FFF2-40B4-BE49-F238E27FC236}">
                <a16:creationId xmlns:a16="http://schemas.microsoft.com/office/drawing/2014/main" id="{B2C68C77-351B-3C51-3D50-9E2D04D5B0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399" y="7289095"/>
            <a:ext cx="10423777" cy="609600"/>
          </a:xfrm>
          <a:prstGeom prst="rect">
            <a:avLst/>
          </a:prstGeom>
          <a:solidFill>
            <a:srgbClr val="002368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20313" tIns="60156" rIns="120313" bIns="60156" anchor="ctr"/>
          <a:lstStyle/>
          <a:p>
            <a:pPr defTabSz="3918322"/>
            <a:r>
              <a:rPr lang="en-US" sz="3667" b="1" cap="small" dirty="0">
                <a:solidFill>
                  <a:schemeClr val="bg1"/>
                </a:solidFill>
                <a:latin typeface="+mj-lt"/>
                <a:cs typeface="Helvetica" panose="020B0604020202020204" pitchFamily="34" charset="0"/>
              </a:rPr>
              <a:t>INTRODUCTION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14C945-EB88-4644-A9D3-DE9A1D906FCD}"/>
              </a:ext>
            </a:extLst>
          </p:cNvPr>
          <p:cNvSpPr txBox="1"/>
          <p:nvPr/>
        </p:nvSpPr>
        <p:spPr>
          <a:xfrm>
            <a:off x="152400" y="8069101"/>
            <a:ext cx="10432608" cy="2498376"/>
          </a:xfrm>
          <a:prstGeom prst="rect">
            <a:avLst/>
          </a:prstGeom>
          <a:noFill/>
          <a:ln>
            <a:solidFill>
              <a:srgbClr val="000099"/>
            </a:solidFill>
          </a:ln>
        </p:spPr>
        <p:txBody>
          <a:bodyPr wrap="square" rtlCol="0">
            <a:spAutoFit/>
          </a:bodyPr>
          <a:lstStyle/>
          <a:p>
            <a:pPr marL="342887" indent="-342887">
              <a:lnSpc>
                <a:spcPct val="110000"/>
              </a:lnSpc>
              <a:buFont typeface="Wingdings" pitchFamily="2" charset="2"/>
              <a:buChar char="ü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Exam malpractice in offline pen-paper exams remains a major challenge in Indian universities. Invigilators cannot monitor all students simultaneously, and no standardised AI-based offline detection system exists.</a:t>
            </a:r>
          </a:p>
          <a:p>
            <a:pPr marL="342887" indent="-342887">
              <a:lnSpc>
                <a:spcPct val="110000"/>
              </a:lnSpc>
              <a:buFont typeface="Wingdings" pitchFamily="2" charset="2"/>
              <a:buChar char="ü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Traditional manual invigilation is subjective and error-prone. Students exploit brief moments of invigilator inattention to copy, pass chits, or look at neighbours — behaviours lasting 5-10 seconds.</a:t>
            </a:r>
          </a:p>
          <a:p>
            <a:pPr marL="342887" indent="-342887">
              <a:lnSpc>
                <a:spcPct val="110000"/>
              </a:lnSpc>
              <a:buFont typeface="Wingdings" pitchFamily="2" charset="2"/>
              <a:buChar char="ü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ARGUS addresses this gap using a single webcam, MediaPipe Pose (33 body landmarks), motion zone analysis, and Random Forest ML classification to create an automated evidence-based pipeline.</a:t>
            </a:r>
          </a:p>
          <a:p>
            <a:pPr marL="342887" indent="-342887">
              <a:lnSpc>
                <a:spcPct val="110000"/>
              </a:lnSpc>
              <a:buFont typeface="Wingdings" pitchFamily="2" charset="2"/>
              <a:buChar char="ü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The system operates fully offline with no internet dependency — critical for deployment in secure VIT exam halls where network access is restricted or unavailable.</a:t>
            </a:r>
          </a:p>
          <a:p>
            <a:pPr marL="342887" indent="-342887">
              <a:lnSpc>
                <a:spcPct val="110000"/>
              </a:lnSpc>
              <a:buFont typeface="Wingdings" pitchFamily="2" charset="2"/>
              <a:buChar char="ü"/>
            </a:pP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All alerts produce hardware-backed responses (LED + buzzer + LCD) and generate tamper-evident audit trails — suitable for official disciplinary proceedings as per VIT academic regulations.</a:t>
            </a:r>
          </a:p>
          <a:p>
            <a:pPr marL="342887" indent="-342887">
              <a:lnSpc>
                <a:spcPct val="110000"/>
              </a:lnSpc>
              <a:buFont typeface="Wingdings" pitchFamily="2" charset="2"/>
              <a:buChar char="ü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The project was developed by Group 01, CSAIML-E, VIT Pune, under the guidance of Prof. Vivek Shripad Nagnath, as part of the Applied Science and Engineering Project (ASEP) 2025-26.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B38C15D-0D66-EFC0-E65C-816D0EE10D3D}"/>
              </a:ext>
            </a:extLst>
          </p:cNvPr>
          <p:cNvSpPr/>
          <p:nvPr/>
        </p:nvSpPr>
        <p:spPr>
          <a:xfrm>
            <a:off x="10967977" y="7273922"/>
            <a:ext cx="8432803" cy="502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67" b="1" dirty="0">
                <a:solidFill>
                  <a:schemeClr val="bg1"/>
                </a:solidFill>
                <a:highlight>
                  <a:srgbClr val="000080"/>
                </a:highlight>
                <a:latin typeface="+mj-lt"/>
                <a:cs typeface="Helvetica" panose="020B0604020202020204" pitchFamily="34" charset="0"/>
              </a:rPr>
              <a:t> IMP 2/3 IMAGES OF PROJECT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A1859D-1AEF-8B81-86FF-271D7BB64C52}"/>
              </a:ext>
            </a:extLst>
          </p:cNvPr>
          <p:cNvSpPr txBox="1"/>
          <p:nvPr/>
        </p:nvSpPr>
        <p:spPr>
          <a:xfrm>
            <a:off x="10974704" y="8045827"/>
            <a:ext cx="10813671" cy="4467313"/>
          </a:xfrm>
          <a:prstGeom prst="rect">
            <a:avLst/>
          </a:prstGeom>
          <a:noFill/>
          <a:ln>
            <a:solidFill>
              <a:srgbClr val="000099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IN" sz="2000" b="1" dirty="0">
                <a:latin typeface="ArialMT"/>
              </a:rPr>
              <a:t>IMAGE 1</a:t>
            </a:r>
          </a:p>
          <a:p>
            <a:pPr>
              <a:lnSpc>
                <a:spcPct val="110000"/>
              </a:lnSpc>
            </a:pPr>
            <a:endParaRPr lang="en-IN" sz="2000" b="1" dirty="0">
              <a:latin typeface="ArialMT"/>
            </a:endParaRPr>
          </a:p>
          <a:p>
            <a:pPr>
              <a:lnSpc>
                <a:spcPct val="110000"/>
              </a:lnSpc>
            </a:pPr>
            <a:endParaRPr lang="en-IN" sz="2000" b="1" dirty="0">
              <a:latin typeface="ArialMT"/>
            </a:endParaRPr>
          </a:p>
          <a:p>
            <a:pPr>
              <a:lnSpc>
                <a:spcPct val="110000"/>
              </a:lnSpc>
            </a:pPr>
            <a:endParaRPr lang="en-IN" sz="2000" b="1" dirty="0">
              <a:latin typeface="ArialMT"/>
            </a:endParaRPr>
          </a:p>
          <a:p>
            <a:pPr>
              <a:lnSpc>
                <a:spcPct val="110000"/>
              </a:lnSpc>
            </a:pPr>
            <a:endParaRPr lang="en-IN" sz="2000" b="1" dirty="0">
              <a:latin typeface="ArialMT"/>
            </a:endParaRPr>
          </a:p>
          <a:p>
            <a:pPr>
              <a:lnSpc>
                <a:spcPct val="110000"/>
              </a:lnSpc>
            </a:pPr>
            <a:endParaRPr lang="en-IN" sz="2000" b="1" dirty="0">
              <a:latin typeface="ArialMT"/>
            </a:endParaRPr>
          </a:p>
          <a:p>
            <a:pPr>
              <a:lnSpc>
                <a:spcPct val="110000"/>
              </a:lnSpc>
            </a:pPr>
            <a:endParaRPr lang="en-IN" sz="2000" b="1" dirty="0">
              <a:latin typeface="ArialMT"/>
            </a:endParaRPr>
          </a:p>
          <a:p>
            <a:pPr>
              <a:lnSpc>
                <a:spcPct val="110000"/>
              </a:lnSpc>
            </a:pPr>
            <a:endParaRPr lang="en-IN" sz="2000" b="1" dirty="0">
              <a:latin typeface="ArialMT"/>
            </a:endParaRPr>
          </a:p>
          <a:p>
            <a:pPr>
              <a:lnSpc>
                <a:spcPct val="110000"/>
              </a:lnSpc>
            </a:pPr>
            <a:endParaRPr lang="en-IN" sz="2000" b="1" dirty="0">
              <a:latin typeface="ArialMT"/>
            </a:endParaRPr>
          </a:p>
          <a:p>
            <a:pPr>
              <a:lnSpc>
                <a:spcPct val="110000"/>
              </a:lnSpc>
            </a:pPr>
            <a:endParaRPr lang="en-IN" sz="2000" b="1" dirty="0">
              <a:latin typeface="ArialMT"/>
            </a:endParaRPr>
          </a:p>
          <a:p>
            <a:pPr>
              <a:lnSpc>
                <a:spcPct val="110000"/>
              </a:lnSpc>
            </a:pPr>
            <a:endParaRPr lang="en-IN" sz="2000" b="1" dirty="0">
              <a:latin typeface="ArialMT"/>
            </a:endParaRPr>
          </a:p>
          <a:p>
            <a:pPr>
              <a:lnSpc>
                <a:spcPct val="110000"/>
              </a:lnSpc>
            </a:pPr>
            <a:endParaRPr lang="en-IN" sz="2000" b="1" dirty="0">
              <a:latin typeface="ArialMT"/>
            </a:endParaRPr>
          </a:p>
          <a:p>
            <a:pPr>
              <a:lnSpc>
                <a:spcPct val="110000"/>
              </a:lnSpc>
            </a:pPr>
            <a:endParaRPr lang="en-IN" sz="2000" b="1" dirty="0">
              <a:latin typeface="ArialM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E156A4-0238-25D9-B7B5-4314ADF64E5C}"/>
              </a:ext>
            </a:extLst>
          </p:cNvPr>
          <p:cNvSpPr txBox="1"/>
          <p:nvPr/>
        </p:nvSpPr>
        <p:spPr>
          <a:xfrm>
            <a:off x="10967977" y="12854481"/>
            <a:ext cx="10813671" cy="4128759"/>
          </a:xfrm>
          <a:prstGeom prst="rect">
            <a:avLst/>
          </a:prstGeom>
          <a:noFill/>
          <a:ln>
            <a:solidFill>
              <a:srgbClr val="000099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IN" sz="2000" b="1" dirty="0">
                <a:latin typeface="ArialMT"/>
              </a:rPr>
              <a:t>IMAGE 2</a:t>
            </a:r>
          </a:p>
          <a:p>
            <a:pPr>
              <a:lnSpc>
                <a:spcPct val="110000"/>
              </a:lnSpc>
            </a:pPr>
            <a:endParaRPr lang="en-IN" sz="2000" b="1" dirty="0">
              <a:latin typeface="ArialMT"/>
            </a:endParaRPr>
          </a:p>
          <a:p>
            <a:pPr>
              <a:lnSpc>
                <a:spcPct val="110000"/>
              </a:lnSpc>
            </a:pPr>
            <a:endParaRPr lang="en-IN" sz="2000" b="1" dirty="0">
              <a:latin typeface="ArialMT"/>
            </a:endParaRPr>
          </a:p>
          <a:p>
            <a:pPr>
              <a:lnSpc>
                <a:spcPct val="110000"/>
              </a:lnSpc>
            </a:pPr>
            <a:endParaRPr lang="en-IN" sz="2000" b="1" dirty="0">
              <a:latin typeface="ArialMT"/>
            </a:endParaRPr>
          </a:p>
          <a:p>
            <a:pPr>
              <a:lnSpc>
                <a:spcPct val="110000"/>
              </a:lnSpc>
            </a:pPr>
            <a:endParaRPr lang="en-IN" sz="2000" b="1" dirty="0">
              <a:latin typeface="ArialMT"/>
            </a:endParaRPr>
          </a:p>
          <a:p>
            <a:pPr>
              <a:lnSpc>
                <a:spcPct val="110000"/>
              </a:lnSpc>
            </a:pPr>
            <a:endParaRPr lang="en-IN" sz="2000" b="1" dirty="0">
              <a:latin typeface="ArialMT"/>
            </a:endParaRPr>
          </a:p>
          <a:p>
            <a:pPr>
              <a:lnSpc>
                <a:spcPct val="110000"/>
              </a:lnSpc>
            </a:pPr>
            <a:endParaRPr lang="en-IN" sz="2000" b="1" dirty="0">
              <a:latin typeface="ArialMT"/>
            </a:endParaRPr>
          </a:p>
          <a:p>
            <a:pPr>
              <a:lnSpc>
                <a:spcPct val="110000"/>
              </a:lnSpc>
            </a:pPr>
            <a:endParaRPr lang="en-IN" sz="2000" b="1" dirty="0">
              <a:latin typeface="ArialMT"/>
            </a:endParaRPr>
          </a:p>
          <a:p>
            <a:pPr>
              <a:lnSpc>
                <a:spcPct val="110000"/>
              </a:lnSpc>
            </a:pPr>
            <a:endParaRPr lang="en-IN" sz="2000" b="1" dirty="0">
              <a:latin typeface="ArialMT"/>
            </a:endParaRPr>
          </a:p>
          <a:p>
            <a:pPr>
              <a:lnSpc>
                <a:spcPct val="110000"/>
              </a:lnSpc>
            </a:pPr>
            <a:endParaRPr lang="en-IN" sz="2000" b="1" dirty="0">
              <a:latin typeface="ArialMT"/>
            </a:endParaRPr>
          </a:p>
          <a:p>
            <a:pPr>
              <a:lnSpc>
                <a:spcPct val="110000"/>
              </a:lnSpc>
            </a:pPr>
            <a:endParaRPr lang="en-IN" sz="2000" b="1" dirty="0">
              <a:latin typeface="ArialMT"/>
            </a:endParaRPr>
          </a:p>
          <a:p>
            <a:pPr>
              <a:lnSpc>
                <a:spcPct val="110000"/>
              </a:lnSpc>
            </a:pPr>
            <a:endParaRPr lang="en-IN" sz="2000" b="1" dirty="0">
              <a:latin typeface="ArialM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0B70BA-46BA-FC36-80CD-CF20E4F67D43}"/>
              </a:ext>
            </a:extLst>
          </p:cNvPr>
          <p:cNvSpPr/>
          <p:nvPr/>
        </p:nvSpPr>
        <p:spPr>
          <a:xfrm>
            <a:off x="76200" y="11642340"/>
            <a:ext cx="8414193" cy="502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67" b="1" dirty="0">
                <a:solidFill>
                  <a:schemeClr val="bg1"/>
                </a:solidFill>
                <a:highlight>
                  <a:srgbClr val="000080"/>
                </a:highlight>
                <a:latin typeface="+mj-lt"/>
                <a:cs typeface="Helvetica" panose="020B0604020202020204" pitchFamily="34" charset="0"/>
              </a:rPr>
              <a:t> BLOCK DIAGRAM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DFDB25-20E1-AC00-DB72-8E4DCFC8FD93}"/>
              </a:ext>
            </a:extLst>
          </p:cNvPr>
          <p:cNvSpPr txBox="1"/>
          <p:nvPr/>
        </p:nvSpPr>
        <p:spPr>
          <a:xfrm>
            <a:off x="152398" y="12158949"/>
            <a:ext cx="10423778" cy="3790205"/>
          </a:xfrm>
          <a:prstGeom prst="rect">
            <a:avLst/>
          </a:prstGeom>
          <a:noFill/>
          <a:ln>
            <a:solidFill>
              <a:srgbClr val="000099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endParaRPr lang="en-IN" sz="2000" b="1" dirty="0">
              <a:latin typeface="ArialMT"/>
            </a:endParaRPr>
          </a:p>
          <a:p>
            <a:pPr>
              <a:lnSpc>
                <a:spcPct val="110000"/>
              </a:lnSpc>
            </a:pPr>
            <a:endParaRPr lang="en-IN" sz="2000" b="1" dirty="0">
              <a:latin typeface="ArialMT"/>
            </a:endParaRPr>
          </a:p>
          <a:p>
            <a:pPr>
              <a:lnSpc>
                <a:spcPct val="110000"/>
              </a:lnSpc>
            </a:pPr>
            <a:endParaRPr lang="en-IN" sz="2000" b="1" dirty="0">
              <a:latin typeface="ArialMT"/>
            </a:endParaRPr>
          </a:p>
          <a:p>
            <a:pPr>
              <a:lnSpc>
                <a:spcPct val="110000"/>
              </a:lnSpc>
            </a:pPr>
            <a:endParaRPr lang="en-IN" sz="2000" b="1" dirty="0">
              <a:latin typeface="ArialMT"/>
            </a:endParaRPr>
          </a:p>
          <a:p>
            <a:pPr>
              <a:lnSpc>
                <a:spcPct val="110000"/>
              </a:lnSpc>
            </a:pPr>
            <a:endParaRPr lang="en-IN" sz="2000" b="1" dirty="0">
              <a:latin typeface="ArialMT"/>
            </a:endParaRPr>
          </a:p>
          <a:p>
            <a:pPr>
              <a:lnSpc>
                <a:spcPct val="110000"/>
              </a:lnSpc>
            </a:pPr>
            <a:endParaRPr lang="en-IN" sz="2000" b="1" dirty="0">
              <a:latin typeface="ArialMT"/>
            </a:endParaRPr>
          </a:p>
          <a:p>
            <a:pPr>
              <a:lnSpc>
                <a:spcPct val="110000"/>
              </a:lnSpc>
            </a:pPr>
            <a:endParaRPr lang="en-IN" sz="2000" b="1" dirty="0">
              <a:latin typeface="ArialMT"/>
            </a:endParaRPr>
          </a:p>
          <a:p>
            <a:pPr>
              <a:lnSpc>
                <a:spcPct val="110000"/>
              </a:lnSpc>
            </a:pPr>
            <a:endParaRPr lang="en-IN" sz="2000" b="1" dirty="0">
              <a:latin typeface="ArialMT"/>
            </a:endParaRPr>
          </a:p>
          <a:p>
            <a:pPr>
              <a:lnSpc>
                <a:spcPct val="110000"/>
              </a:lnSpc>
            </a:pPr>
            <a:endParaRPr lang="en-IN" sz="2000" b="1" dirty="0">
              <a:latin typeface="ArialMT"/>
            </a:endParaRPr>
          </a:p>
          <a:p>
            <a:pPr>
              <a:lnSpc>
                <a:spcPct val="110000"/>
              </a:lnSpc>
            </a:pPr>
            <a:endParaRPr lang="en-IN" sz="2000" b="1" dirty="0">
              <a:latin typeface="ArialMT"/>
            </a:endParaRPr>
          </a:p>
          <a:p>
            <a:pPr>
              <a:lnSpc>
                <a:spcPct val="110000"/>
              </a:lnSpc>
            </a:pPr>
            <a:endParaRPr lang="en-IN" sz="2000" b="1" dirty="0">
              <a:latin typeface="ArialM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66294E-2C46-0AB0-1D60-ED4758347B38}"/>
              </a:ext>
            </a:extLst>
          </p:cNvPr>
          <p:cNvSpPr txBox="1"/>
          <p:nvPr/>
        </p:nvSpPr>
        <p:spPr>
          <a:xfrm>
            <a:off x="152398" y="16367507"/>
            <a:ext cx="10423778" cy="3790205"/>
          </a:xfrm>
          <a:prstGeom prst="rect">
            <a:avLst/>
          </a:prstGeom>
          <a:noFill/>
          <a:ln>
            <a:solidFill>
              <a:srgbClr val="000099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endParaRPr lang="en-IN" sz="2000" b="1" dirty="0">
              <a:latin typeface="ArialMT"/>
            </a:endParaRPr>
          </a:p>
          <a:p>
            <a:pPr>
              <a:lnSpc>
                <a:spcPct val="110000"/>
              </a:lnSpc>
            </a:pPr>
            <a:endParaRPr lang="en-IN" sz="2000" b="1" dirty="0">
              <a:latin typeface="ArialMT"/>
            </a:endParaRPr>
          </a:p>
          <a:p>
            <a:pPr>
              <a:lnSpc>
                <a:spcPct val="110000"/>
              </a:lnSpc>
            </a:pPr>
            <a:endParaRPr lang="en-IN" sz="2000" b="1" dirty="0">
              <a:latin typeface="ArialMT"/>
            </a:endParaRPr>
          </a:p>
          <a:p>
            <a:pPr>
              <a:lnSpc>
                <a:spcPct val="110000"/>
              </a:lnSpc>
            </a:pPr>
            <a:endParaRPr lang="en-IN" sz="2000" b="1" dirty="0">
              <a:latin typeface="ArialMT"/>
            </a:endParaRPr>
          </a:p>
          <a:p>
            <a:pPr>
              <a:lnSpc>
                <a:spcPct val="110000"/>
              </a:lnSpc>
            </a:pPr>
            <a:endParaRPr lang="en-IN" sz="2000" b="1" dirty="0">
              <a:latin typeface="ArialMT"/>
            </a:endParaRPr>
          </a:p>
          <a:p>
            <a:pPr>
              <a:lnSpc>
                <a:spcPct val="110000"/>
              </a:lnSpc>
            </a:pPr>
            <a:endParaRPr lang="en-IN" sz="2000" b="1" dirty="0">
              <a:latin typeface="ArialMT"/>
            </a:endParaRPr>
          </a:p>
          <a:p>
            <a:pPr>
              <a:lnSpc>
                <a:spcPct val="110000"/>
              </a:lnSpc>
            </a:pPr>
            <a:endParaRPr lang="en-IN" sz="2000" b="1" dirty="0">
              <a:latin typeface="ArialMT"/>
            </a:endParaRPr>
          </a:p>
          <a:p>
            <a:pPr>
              <a:lnSpc>
                <a:spcPct val="110000"/>
              </a:lnSpc>
            </a:pPr>
            <a:endParaRPr lang="en-IN" sz="2000" b="1" dirty="0">
              <a:latin typeface="ArialMT"/>
            </a:endParaRPr>
          </a:p>
          <a:p>
            <a:pPr>
              <a:lnSpc>
                <a:spcPct val="110000"/>
              </a:lnSpc>
            </a:pPr>
            <a:endParaRPr lang="en-IN" sz="2000" b="1" dirty="0">
              <a:latin typeface="ArialMT"/>
            </a:endParaRPr>
          </a:p>
          <a:p>
            <a:pPr>
              <a:lnSpc>
                <a:spcPct val="110000"/>
              </a:lnSpc>
            </a:pPr>
            <a:endParaRPr lang="en-IN" sz="2000" b="1" dirty="0">
              <a:latin typeface="ArialMT"/>
            </a:endParaRPr>
          </a:p>
          <a:p>
            <a:pPr>
              <a:lnSpc>
                <a:spcPct val="110000"/>
              </a:lnSpc>
            </a:pPr>
            <a:endParaRPr lang="en-IN" sz="2000" b="1" dirty="0">
              <a:latin typeface="ArialM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F05943D-35B3-BE69-2593-617C4343F901}"/>
              </a:ext>
            </a:extLst>
          </p:cNvPr>
          <p:cNvSpPr/>
          <p:nvPr/>
        </p:nvSpPr>
        <p:spPr>
          <a:xfrm>
            <a:off x="152398" y="20145281"/>
            <a:ext cx="10432606" cy="502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67" b="1" dirty="0">
                <a:solidFill>
                  <a:schemeClr val="bg1"/>
                </a:solidFill>
                <a:highlight>
                  <a:srgbClr val="000080"/>
                </a:highlight>
                <a:latin typeface="+mj-lt"/>
                <a:cs typeface="Helvetica" panose="020B0604020202020204" pitchFamily="34" charset="0"/>
              </a:rPr>
              <a:t> ACTUAL CIRCUIT/ DESIGNED SYSTEM  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25E42E-28C6-08BD-1B63-655DF34CE36A}"/>
              </a:ext>
            </a:extLst>
          </p:cNvPr>
          <p:cNvSpPr txBox="1"/>
          <p:nvPr/>
        </p:nvSpPr>
        <p:spPr>
          <a:xfrm>
            <a:off x="152398" y="20652703"/>
            <a:ext cx="10423778" cy="3790205"/>
          </a:xfrm>
          <a:prstGeom prst="rect">
            <a:avLst/>
          </a:prstGeom>
          <a:noFill/>
          <a:ln>
            <a:solidFill>
              <a:srgbClr val="000099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endParaRPr lang="en-IN" sz="2000" b="1" dirty="0">
              <a:latin typeface="ArialMT"/>
            </a:endParaRPr>
          </a:p>
          <a:p>
            <a:pPr>
              <a:lnSpc>
                <a:spcPct val="110000"/>
              </a:lnSpc>
            </a:pPr>
            <a:endParaRPr lang="en-IN" sz="2000" b="1" dirty="0">
              <a:latin typeface="ArialMT"/>
            </a:endParaRPr>
          </a:p>
          <a:p>
            <a:pPr>
              <a:lnSpc>
                <a:spcPct val="110000"/>
              </a:lnSpc>
            </a:pPr>
            <a:endParaRPr lang="en-IN" sz="2000" b="1" dirty="0">
              <a:latin typeface="ArialMT"/>
            </a:endParaRPr>
          </a:p>
          <a:p>
            <a:pPr>
              <a:lnSpc>
                <a:spcPct val="110000"/>
              </a:lnSpc>
            </a:pPr>
            <a:endParaRPr lang="en-IN" sz="2000" b="1" dirty="0">
              <a:latin typeface="ArialMT"/>
            </a:endParaRPr>
          </a:p>
          <a:p>
            <a:pPr>
              <a:lnSpc>
                <a:spcPct val="110000"/>
              </a:lnSpc>
            </a:pPr>
            <a:endParaRPr lang="en-IN" sz="2000" b="1" dirty="0">
              <a:latin typeface="ArialMT"/>
            </a:endParaRPr>
          </a:p>
          <a:p>
            <a:pPr>
              <a:lnSpc>
                <a:spcPct val="110000"/>
              </a:lnSpc>
            </a:pPr>
            <a:endParaRPr lang="en-IN" sz="2000" b="1" dirty="0">
              <a:latin typeface="ArialMT"/>
            </a:endParaRPr>
          </a:p>
          <a:p>
            <a:pPr>
              <a:lnSpc>
                <a:spcPct val="110000"/>
              </a:lnSpc>
            </a:pPr>
            <a:endParaRPr lang="en-IN" sz="2000" b="1" dirty="0">
              <a:latin typeface="ArialMT"/>
            </a:endParaRPr>
          </a:p>
          <a:p>
            <a:pPr>
              <a:lnSpc>
                <a:spcPct val="110000"/>
              </a:lnSpc>
            </a:pPr>
            <a:endParaRPr lang="en-IN" sz="2000" b="1" dirty="0">
              <a:latin typeface="ArialMT"/>
            </a:endParaRPr>
          </a:p>
          <a:p>
            <a:pPr>
              <a:lnSpc>
                <a:spcPct val="110000"/>
              </a:lnSpc>
            </a:pPr>
            <a:endParaRPr lang="en-IN" sz="2000" b="1" dirty="0">
              <a:latin typeface="ArialMT"/>
            </a:endParaRPr>
          </a:p>
          <a:p>
            <a:pPr>
              <a:lnSpc>
                <a:spcPct val="110000"/>
              </a:lnSpc>
            </a:pPr>
            <a:endParaRPr lang="en-IN" sz="2000" b="1" dirty="0">
              <a:latin typeface="ArialMT"/>
            </a:endParaRPr>
          </a:p>
          <a:p>
            <a:pPr>
              <a:lnSpc>
                <a:spcPct val="110000"/>
              </a:lnSpc>
            </a:pPr>
            <a:endParaRPr lang="en-IN" sz="2000" b="1" dirty="0">
              <a:latin typeface="ArialMT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41AC704-5B9F-6100-6AB8-8DA6A00C3C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8" y="23439"/>
            <a:ext cx="2036214" cy="1761715"/>
          </a:xfrm>
          <a:prstGeom prst="rect">
            <a:avLst/>
          </a:prstGeom>
          <a:noFill/>
          <a:ln w="12700">
            <a:solidFill>
              <a:srgbClr val="000099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53A7396-14C9-F4C9-7E88-9C03C50558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27904"/>
            <a:ext cx="2048712" cy="106505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Essential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702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702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4932</TotalTime>
  <Words>1017</Words>
  <Application>Microsoft Office PowerPoint</Application>
  <PresentationFormat>Custom</PresentationFormat>
  <Paragraphs>111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ArialMT</vt:lpstr>
      <vt:lpstr>Trebuchet MS</vt:lpstr>
      <vt:lpstr>Wingdings</vt:lpstr>
      <vt:lpstr>Default Design</vt:lpstr>
      <vt:lpstr>PowerPoint Presentation</vt:lpstr>
    </vt:vector>
  </TitlesOfParts>
  <Company>Graphicsland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research poster</dc:title>
  <dc:subject>Free Poster Presentation Example</dc:subject>
  <dc:creator>Graphicsland/MakeSigns.com</dc:creator>
  <cp:keywords>scientific, research, template, custom, poster, presentation, symposium, printing, PowerPoint, create, design, example, sample, download</cp:keywords>
  <dc:description>Download our scientific poster templates at no cost to you and get one step closer to making a great research poster.</dc:description>
  <cp:lastModifiedBy>Shubham Pitty</cp:lastModifiedBy>
  <cp:revision>144</cp:revision>
  <dcterms:created xsi:type="dcterms:W3CDTF">2004-07-27T21:05:42Z</dcterms:created>
  <dcterms:modified xsi:type="dcterms:W3CDTF">2026-05-26T08:24:23Z</dcterms:modified>
  <cp:category>scientific poster PowerPoint</cp:category>
</cp:coreProperties>
</file>